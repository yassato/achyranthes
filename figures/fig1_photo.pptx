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3257550" cy="37877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76"/>
  </p:normalViewPr>
  <p:slideViewPr>
    <p:cSldViewPr snapToGrid="0">
      <p:cViewPr varScale="1">
        <p:scale>
          <a:sx n="207" d="100"/>
          <a:sy n="207" d="100"/>
        </p:scale>
        <p:origin x="28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4316" y="619898"/>
            <a:ext cx="2768918" cy="1318707"/>
          </a:xfrm>
        </p:spPr>
        <p:txBody>
          <a:bodyPr anchor="b"/>
          <a:lstStyle>
            <a:lvl1pPr algn="ctr">
              <a:defRPr sz="21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7194" y="1989459"/>
            <a:ext cx="2443163" cy="914502"/>
          </a:xfrm>
        </p:spPr>
        <p:txBody>
          <a:bodyPr/>
          <a:lstStyle>
            <a:lvl1pPr marL="0" indent="0" algn="ctr">
              <a:buNone/>
              <a:defRPr sz="855"/>
            </a:lvl1pPr>
            <a:lvl2pPr marL="162900" indent="0" algn="ctr">
              <a:buNone/>
              <a:defRPr sz="713"/>
            </a:lvl2pPr>
            <a:lvl3pPr marL="325801" indent="0" algn="ctr">
              <a:buNone/>
              <a:defRPr sz="641"/>
            </a:lvl3pPr>
            <a:lvl4pPr marL="488701" indent="0" algn="ctr">
              <a:buNone/>
              <a:defRPr sz="570"/>
            </a:lvl4pPr>
            <a:lvl5pPr marL="651601" indent="0" algn="ctr">
              <a:buNone/>
              <a:defRPr sz="570"/>
            </a:lvl5pPr>
            <a:lvl6pPr marL="814502" indent="0" algn="ctr">
              <a:buNone/>
              <a:defRPr sz="570"/>
            </a:lvl6pPr>
            <a:lvl7pPr marL="977402" indent="0" algn="ctr">
              <a:buNone/>
              <a:defRPr sz="570"/>
            </a:lvl7pPr>
            <a:lvl8pPr marL="1140303" indent="0" algn="ctr">
              <a:buNone/>
              <a:defRPr sz="570"/>
            </a:lvl8pPr>
            <a:lvl9pPr marL="1303203" indent="0" algn="ctr">
              <a:buNone/>
              <a:defRPr sz="57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133C-3B2D-934B-B95A-4CA8AD59780F}" type="datetimeFigureOut">
              <a:rPr lang="en-JP" smtClean="0"/>
              <a:t>2026/01/01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77F57-A537-4042-BA2A-B28360560AA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76096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133C-3B2D-934B-B95A-4CA8AD59780F}" type="datetimeFigureOut">
              <a:rPr lang="en-JP" smtClean="0"/>
              <a:t>2026/01/01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77F57-A537-4042-BA2A-B28360560AA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20579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60" y="944314"/>
            <a:ext cx="2809637" cy="1575609"/>
          </a:xfrm>
        </p:spPr>
        <p:txBody>
          <a:bodyPr anchor="b"/>
          <a:lstStyle>
            <a:lvl1pPr>
              <a:defRPr sz="21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260" y="2534829"/>
            <a:ext cx="2809637" cy="828576"/>
          </a:xfrm>
        </p:spPr>
        <p:txBody>
          <a:bodyPr/>
          <a:lstStyle>
            <a:lvl1pPr marL="0" indent="0">
              <a:buNone/>
              <a:defRPr sz="855">
                <a:solidFill>
                  <a:schemeClr val="tx1">
                    <a:tint val="82000"/>
                  </a:schemeClr>
                </a:solidFill>
              </a:defRPr>
            </a:lvl1pPr>
            <a:lvl2pPr marL="162900" indent="0">
              <a:buNone/>
              <a:defRPr sz="713">
                <a:solidFill>
                  <a:schemeClr val="tx1">
                    <a:tint val="82000"/>
                  </a:schemeClr>
                </a:solidFill>
              </a:defRPr>
            </a:lvl2pPr>
            <a:lvl3pPr marL="325801" indent="0">
              <a:buNone/>
              <a:defRPr sz="641">
                <a:solidFill>
                  <a:schemeClr val="tx1">
                    <a:tint val="82000"/>
                  </a:schemeClr>
                </a:solidFill>
              </a:defRPr>
            </a:lvl3pPr>
            <a:lvl4pPr marL="488701" indent="0">
              <a:buNone/>
              <a:defRPr sz="570">
                <a:solidFill>
                  <a:schemeClr val="tx1">
                    <a:tint val="82000"/>
                  </a:schemeClr>
                </a:solidFill>
              </a:defRPr>
            </a:lvl4pPr>
            <a:lvl5pPr marL="651601" indent="0">
              <a:buNone/>
              <a:defRPr sz="570">
                <a:solidFill>
                  <a:schemeClr val="tx1">
                    <a:tint val="82000"/>
                  </a:schemeClr>
                </a:solidFill>
              </a:defRPr>
            </a:lvl5pPr>
            <a:lvl6pPr marL="814502" indent="0">
              <a:buNone/>
              <a:defRPr sz="570">
                <a:solidFill>
                  <a:schemeClr val="tx1">
                    <a:tint val="82000"/>
                  </a:schemeClr>
                </a:solidFill>
              </a:defRPr>
            </a:lvl6pPr>
            <a:lvl7pPr marL="977402" indent="0">
              <a:buNone/>
              <a:defRPr sz="570">
                <a:solidFill>
                  <a:schemeClr val="tx1">
                    <a:tint val="82000"/>
                  </a:schemeClr>
                </a:solidFill>
              </a:defRPr>
            </a:lvl7pPr>
            <a:lvl8pPr marL="1140303" indent="0">
              <a:buNone/>
              <a:defRPr sz="570">
                <a:solidFill>
                  <a:schemeClr val="tx1">
                    <a:tint val="82000"/>
                  </a:schemeClr>
                </a:solidFill>
              </a:defRPr>
            </a:lvl8pPr>
            <a:lvl9pPr marL="1303203" indent="0">
              <a:buNone/>
              <a:defRPr sz="57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133C-3B2D-934B-B95A-4CA8AD59780F}" type="datetimeFigureOut">
              <a:rPr lang="en-JP" smtClean="0"/>
              <a:t>2026/01/01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77F57-A537-4042-BA2A-B28360560AA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39032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3956" y="1008320"/>
            <a:ext cx="1384459" cy="24033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9135" y="1008320"/>
            <a:ext cx="1384459" cy="24033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133C-3B2D-934B-B95A-4CA8AD59780F}" type="datetimeFigureOut">
              <a:rPr lang="en-JP" smtClean="0"/>
              <a:t>2026/01/01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77F57-A537-4042-BA2A-B28360560AA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22835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381" y="201665"/>
            <a:ext cx="2809637" cy="7321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381" y="928531"/>
            <a:ext cx="1378096" cy="455059"/>
          </a:xfrm>
        </p:spPr>
        <p:txBody>
          <a:bodyPr anchor="b"/>
          <a:lstStyle>
            <a:lvl1pPr marL="0" indent="0">
              <a:buNone/>
              <a:defRPr sz="855" b="1"/>
            </a:lvl1pPr>
            <a:lvl2pPr marL="162900" indent="0">
              <a:buNone/>
              <a:defRPr sz="713" b="1"/>
            </a:lvl2pPr>
            <a:lvl3pPr marL="325801" indent="0">
              <a:buNone/>
              <a:defRPr sz="641" b="1"/>
            </a:lvl3pPr>
            <a:lvl4pPr marL="488701" indent="0">
              <a:buNone/>
              <a:defRPr sz="570" b="1"/>
            </a:lvl4pPr>
            <a:lvl5pPr marL="651601" indent="0">
              <a:buNone/>
              <a:defRPr sz="570" b="1"/>
            </a:lvl5pPr>
            <a:lvl6pPr marL="814502" indent="0">
              <a:buNone/>
              <a:defRPr sz="570" b="1"/>
            </a:lvl6pPr>
            <a:lvl7pPr marL="977402" indent="0">
              <a:buNone/>
              <a:defRPr sz="570" b="1"/>
            </a:lvl7pPr>
            <a:lvl8pPr marL="1140303" indent="0">
              <a:buNone/>
              <a:defRPr sz="570" b="1"/>
            </a:lvl8pPr>
            <a:lvl9pPr marL="1303203" indent="0">
              <a:buNone/>
              <a:defRPr sz="5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4381" y="1383590"/>
            <a:ext cx="1378096" cy="2035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9135" y="928531"/>
            <a:ext cx="1384883" cy="455059"/>
          </a:xfrm>
        </p:spPr>
        <p:txBody>
          <a:bodyPr anchor="b"/>
          <a:lstStyle>
            <a:lvl1pPr marL="0" indent="0">
              <a:buNone/>
              <a:defRPr sz="855" b="1"/>
            </a:lvl1pPr>
            <a:lvl2pPr marL="162900" indent="0">
              <a:buNone/>
              <a:defRPr sz="713" b="1"/>
            </a:lvl2pPr>
            <a:lvl3pPr marL="325801" indent="0">
              <a:buNone/>
              <a:defRPr sz="641" b="1"/>
            </a:lvl3pPr>
            <a:lvl4pPr marL="488701" indent="0">
              <a:buNone/>
              <a:defRPr sz="570" b="1"/>
            </a:lvl4pPr>
            <a:lvl5pPr marL="651601" indent="0">
              <a:buNone/>
              <a:defRPr sz="570" b="1"/>
            </a:lvl5pPr>
            <a:lvl6pPr marL="814502" indent="0">
              <a:buNone/>
              <a:defRPr sz="570" b="1"/>
            </a:lvl6pPr>
            <a:lvl7pPr marL="977402" indent="0">
              <a:buNone/>
              <a:defRPr sz="570" b="1"/>
            </a:lvl7pPr>
            <a:lvl8pPr marL="1140303" indent="0">
              <a:buNone/>
              <a:defRPr sz="570" b="1"/>
            </a:lvl8pPr>
            <a:lvl9pPr marL="1303203" indent="0">
              <a:buNone/>
              <a:defRPr sz="5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9135" y="1383590"/>
            <a:ext cx="1384883" cy="2035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133C-3B2D-934B-B95A-4CA8AD59780F}" type="datetimeFigureOut">
              <a:rPr lang="en-JP" smtClean="0"/>
              <a:t>2026/01/01</a:t>
            </a:fld>
            <a:endParaRPr lang="en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77F57-A537-4042-BA2A-B28360560AA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97488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133C-3B2D-934B-B95A-4CA8AD59780F}" type="datetimeFigureOut">
              <a:rPr lang="en-JP" smtClean="0"/>
              <a:t>2026/01/01</a:t>
            </a:fld>
            <a:endParaRPr lang="en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77F57-A537-4042-BA2A-B28360560AA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4289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133C-3B2D-934B-B95A-4CA8AD59780F}" type="datetimeFigureOut">
              <a:rPr lang="en-JP" smtClean="0"/>
              <a:t>2026/01/01</a:t>
            </a:fld>
            <a:endParaRPr lang="en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77F57-A537-4042-BA2A-B28360560AA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94452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381" y="252518"/>
            <a:ext cx="1050645" cy="883814"/>
          </a:xfrm>
        </p:spPr>
        <p:txBody>
          <a:bodyPr anchor="b"/>
          <a:lstStyle>
            <a:lvl1pPr>
              <a:defRPr sz="11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4883" y="545370"/>
            <a:ext cx="1649135" cy="2691775"/>
          </a:xfrm>
        </p:spPr>
        <p:txBody>
          <a:bodyPr/>
          <a:lstStyle>
            <a:lvl1pPr>
              <a:defRPr sz="1140"/>
            </a:lvl1pPr>
            <a:lvl2pPr>
              <a:defRPr sz="998"/>
            </a:lvl2pPr>
            <a:lvl3pPr>
              <a:defRPr sz="855"/>
            </a:lvl3pPr>
            <a:lvl4pPr>
              <a:defRPr sz="713"/>
            </a:lvl4pPr>
            <a:lvl5pPr>
              <a:defRPr sz="713"/>
            </a:lvl5pPr>
            <a:lvl6pPr>
              <a:defRPr sz="713"/>
            </a:lvl6pPr>
            <a:lvl7pPr>
              <a:defRPr sz="713"/>
            </a:lvl7pPr>
            <a:lvl8pPr>
              <a:defRPr sz="713"/>
            </a:lvl8pPr>
            <a:lvl9pPr>
              <a:defRPr sz="7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4381" y="1136332"/>
            <a:ext cx="1050645" cy="2105197"/>
          </a:xfrm>
        </p:spPr>
        <p:txBody>
          <a:bodyPr/>
          <a:lstStyle>
            <a:lvl1pPr marL="0" indent="0">
              <a:buNone/>
              <a:defRPr sz="570"/>
            </a:lvl1pPr>
            <a:lvl2pPr marL="162900" indent="0">
              <a:buNone/>
              <a:defRPr sz="499"/>
            </a:lvl2pPr>
            <a:lvl3pPr marL="325801" indent="0">
              <a:buNone/>
              <a:defRPr sz="428"/>
            </a:lvl3pPr>
            <a:lvl4pPr marL="488701" indent="0">
              <a:buNone/>
              <a:defRPr sz="356"/>
            </a:lvl4pPr>
            <a:lvl5pPr marL="651601" indent="0">
              <a:buNone/>
              <a:defRPr sz="356"/>
            </a:lvl5pPr>
            <a:lvl6pPr marL="814502" indent="0">
              <a:buNone/>
              <a:defRPr sz="356"/>
            </a:lvl6pPr>
            <a:lvl7pPr marL="977402" indent="0">
              <a:buNone/>
              <a:defRPr sz="356"/>
            </a:lvl7pPr>
            <a:lvl8pPr marL="1140303" indent="0">
              <a:buNone/>
              <a:defRPr sz="356"/>
            </a:lvl8pPr>
            <a:lvl9pPr marL="1303203" indent="0">
              <a:buNone/>
              <a:defRPr sz="35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133C-3B2D-934B-B95A-4CA8AD59780F}" type="datetimeFigureOut">
              <a:rPr lang="en-JP" smtClean="0"/>
              <a:t>2026/01/01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77F57-A537-4042-BA2A-B28360560AA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7639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381" y="252518"/>
            <a:ext cx="1050645" cy="883814"/>
          </a:xfrm>
        </p:spPr>
        <p:txBody>
          <a:bodyPr anchor="b"/>
          <a:lstStyle>
            <a:lvl1pPr>
              <a:defRPr sz="11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4883" y="545370"/>
            <a:ext cx="1649135" cy="2691775"/>
          </a:xfrm>
        </p:spPr>
        <p:txBody>
          <a:bodyPr anchor="t"/>
          <a:lstStyle>
            <a:lvl1pPr marL="0" indent="0">
              <a:buNone/>
              <a:defRPr sz="1140"/>
            </a:lvl1pPr>
            <a:lvl2pPr marL="162900" indent="0">
              <a:buNone/>
              <a:defRPr sz="998"/>
            </a:lvl2pPr>
            <a:lvl3pPr marL="325801" indent="0">
              <a:buNone/>
              <a:defRPr sz="855"/>
            </a:lvl3pPr>
            <a:lvl4pPr marL="488701" indent="0">
              <a:buNone/>
              <a:defRPr sz="713"/>
            </a:lvl4pPr>
            <a:lvl5pPr marL="651601" indent="0">
              <a:buNone/>
              <a:defRPr sz="713"/>
            </a:lvl5pPr>
            <a:lvl6pPr marL="814502" indent="0">
              <a:buNone/>
              <a:defRPr sz="713"/>
            </a:lvl6pPr>
            <a:lvl7pPr marL="977402" indent="0">
              <a:buNone/>
              <a:defRPr sz="713"/>
            </a:lvl7pPr>
            <a:lvl8pPr marL="1140303" indent="0">
              <a:buNone/>
              <a:defRPr sz="713"/>
            </a:lvl8pPr>
            <a:lvl9pPr marL="1303203" indent="0">
              <a:buNone/>
              <a:defRPr sz="7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4381" y="1136332"/>
            <a:ext cx="1050645" cy="2105197"/>
          </a:xfrm>
        </p:spPr>
        <p:txBody>
          <a:bodyPr/>
          <a:lstStyle>
            <a:lvl1pPr marL="0" indent="0">
              <a:buNone/>
              <a:defRPr sz="570"/>
            </a:lvl1pPr>
            <a:lvl2pPr marL="162900" indent="0">
              <a:buNone/>
              <a:defRPr sz="499"/>
            </a:lvl2pPr>
            <a:lvl3pPr marL="325801" indent="0">
              <a:buNone/>
              <a:defRPr sz="428"/>
            </a:lvl3pPr>
            <a:lvl4pPr marL="488701" indent="0">
              <a:buNone/>
              <a:defRPr sz="356"/>
            </a:lvl4pPr>
            <a:lvl5pPr marL="651601" indent="0">
              <a:buNone/>
              <a:defRPr sz="356"/>
            </a:lvl5pPr>
            <a:lvl6pPr marL="814502" indent="0">
              <a:buNone/>
              <a:defRPr sz="356"/>
            </a:lvl6pPr>
            <a:lvl7pPr marL="977402" indent="0">
              <a:buNone/>
              <a:defRPr sz="356"/>
            </a:lvl7pPr>
            <a:lvl8pPr marL="1140303" indent="0">
              <a:buNone/>
              <a:defRPr sz="356"/>
            </a:lvl8pPr>
            <a:lvl9pPr marL="1303203" indent="0">
              <a:buNone/>
              <a:defRPr sz="35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133C-3B2D-934B-B95A-4CA8AD59780F}" type="datetimeFigureOut">
              <a:rPr lang="en-JP" smtClean="0"/>
              <a:t>2026/01/01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77F57-A537-4042-BA2A-B28360560AA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85342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133C-3B2D-934B-B95A-4CA8AD59780F}" type="datetimeFigureOut">
              <a:rPr lang="en-JP" smtClean="0"/>
              <a:t>2026/01/01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77F57-A537-4042-BA2A-B28360560AA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33547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31185" y="201664"/>
            <a:ext cx="702409" cy="32099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957" y="201664"/>
            <a:ext cx="2066508" cy="32099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133C-3B2D-934B-B95A-4CA8AD59780F}" type="datetimeFigureOut">
              <a:rPr lang="en-JP" smtClean="0"/>
              <a:t>2026/01/01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77F57-A537-4042-BA2A-B28360560AA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57196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957" y="201665"/>
            <a:ext cx="2809637" cy="732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957" y="1008320"/>
            <a:ext cx="2809637" cy="2403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3956" y="3510707"/>
            <a:ext cx="732949" cy="201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E133C-3B2D-934B-B95A-4CA8AD59780F}" type="datetimeFigureOut">
              <a:rPr lang="en-JP" smtClean="0"/>
              <a:t>2026/01/01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9064" y="3510707"/>
            <a:ext cx="1099423" cy="201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00645" y="3510707"/>
            <a:ext cx="732949" cy="201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77F57-A537-4042-BA2A-B28360560AA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02714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25801" rtl="0" eaLnBrk="1" latinLnBrk="0" hangingPunct="1">
        <a:lnSpc>
          <a:spcPct val="90000"/>
        </a:lnSpc>
        <a:spcBef>
          <a:spcPct val="0"/>
        </a:spcBef>
        <a:buNone/>
        <a:defRPr sz="1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1450" indent="-81450" algn="l" defTabSz="325801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998" kern="1200">
          <a:solidFill>
            <a:schemeClr val="tx1"/>
          </a:solidFill>
          <a:latin typeface="+mn-lt"/>
          <a:ea typeface="+mn-ea"/>
          <a:cs typeface="+mn-cs"/>
        </a:defRPr>
      </a:lvl1pPr>
      <a:lvl2pPr marL="244351" indent="-81450" algn="l" defTabSz="325801" rtl="0" eaLnBrk="1" latinLnBrk="0" hangingPunct="1">
        <a:lnSpc>
          <a:spcPct val="90000"/>
        </a:lnSpc>
        <a:spcBef>
          <a:spcPts val="178"/>
        </a:spcBef>
        <a:buFont typeface="Arial" panose="020B0604020202020204" pitchFamily="34" charset="0"/>
        <a:buChar char="•"/>
        <a:defRPr sz="855" kern="1200">
          <a:solidFill>
            <a:schemeClr val="tx1"/>
          </a:solidFill>
          <a:latin typeface="+mn-lt"/>
          <a:ea typeface="+mn-ea"/>
          <a:cs typeface="+mn-cs"/>
        </a:defRPr>
      </a:lvl2pPr>
      <a:lvl3pPr marL="407251" indent="-81450" algn="l" defTabSz="325801" rtl="0" eaLnBrk="1" latinLnBrk="0" hangingPunct="1">
        <a:lnSpc>
          <a:spcPct val="90000"/>
        </a:lnSpc>
        <a:spcBef>
          <a:spcPts val="178"/>
        </a:spcBef>
        <a:buFont typeface="Arial" panose="020B0604020202020204" pitchFamily="34" charset="0"/>
        <a:buChar char="•"/>
        <a:defRPr sz="713" kern="1200">
          <a:solidFill>
            <a:schemeClr val="tx1"/>
          </a:solidFill>
          <a:latin typeface="+mn-lt"/>
          <a:ea typeface="+mn-ea"/>
          <a:cs typeface="+mn-cs"/>
        </a:defRPr>
      </a:lvl3pPr>
      <a:lvl4pPr marL="570151" indent="-81450" algn="l" defTabSz="325801" rtl="0" eaLnBrk="1" latinLnBrk="0" hangingPunct="1">
        <a:lnSpc>
          <a:spcPct val="90000"/>
        </a:lnSpc>
        <a:spcBef>
          <a:spcPts val="178"/>
        </a:spcBef>
        <a:buFont typeface="Arial" panose="020B0604020202020204" pitchFamily="34" charset="0"/>
        <a:buChar char="•"/>
        <a:defRPr sz="641" kern="1200">
          <a:solidFill>
            <a:schemeClr val="tx1"/>
          </a:solidFill>
          <a:latin typeface="+mn-lt"/>
          <a:ea typeface="+mn-ea"/>
          <a:cs typeface="+mn-cs"/>
        </a:defRPr>
      </a:lvl4pPr>
      <a:lvl5pPr marL="733052" indent="-81450" algn="l" defTabSz="325801" rtl="0" eaLnBrk="1" latinLnBrk="0" hangingPunct="1">
        <a:lnSpc>
          <a:spcPct val="90000"/>
        </a:lnSpc>
        <a:spcBef>
          <a:spcPts val="178"/>
        </a:spcBef>
        <a:buFont typeface="Arial" panose="020B0604020202020204" pitchFamily="34" charset="0"/>
        <a:buChar char="•"/>
        <a:defRPr sz="641" kern="1200">
          <a:solidFill>
            <a:schemeClr val="tx1"/>
          </a:solidFill>
          <a:latin typeface="+mn-lt"/>
          <a:ea typeface="+mn-ea"/>
          <a:cs typeface="+mn-cs"/>
        </a:defRPr>
      </a:lvl5pPr>
      <a:lvl6pPr marL="895952" indent="-81450" algn="l" defTabSz="325801" rtl="0" eaLnBrk="1" latinLnBrk="0" hangingPunct="1">
        <a:lnSpc>
          <a:spcPct val="90000"/>
        </a:lnSpc>
        <a:spcBef>
          <a:spcPts val="178"/>
        </a:spcBef>
        <a:buFont typeface="Arial" panose="020B0604020202020204" pitchFamily="34" charset="0"/>
        <a:buChar char="•"/>
        <a:defRPr sz="641" kern="1200">
          <a:solidFill>
            <a:schemeClr val="tx1"/>
          </a:solidFill>
          <a:latin typeface="+mn-lt"/>
          <a:ea typeface="+mn-ea"/>
          <a:cs typeface="+mn-cs"/>
        </a:defRPr>
      </a:lvl6pPr>
      <a:lvl7pPr marL="1058852" indent="-81450" algn="l" defTabSz="325801" rtl="0" eaLnBrk="1" latinLnBrk="0" hangingPunct="1">
        <a:lnSpc>
          <a:spcPct val="90000"/>
        </a:lnSpc>
        <a:spcBef>
          <a:spcPts val="178"/>
        </a:spcBef>
        <a:buFont typeface="Arial" panose="020B0604020202020204" pitchFamily="34" charset="0"/>
        <a:buChar char="•"/>
        <a:defRPr sz="641" kern="1200">
          <a:solidFill>
            <a:schemeClr val="tx1"/>
          </a:solidFill>
          <a:latin typeface="+mn-lt"/>
          <a:ea typeface="+mn-ea"/>
          <a:cs typeface="+mn-cs"/>
        </a:defRPr>
      </a:lvl7pPr>
      <a:lvl8pPr marL="1221753" indent="-81450" algn="l" defTabSz="325801" rtl="0" eaLnBrk="1" latinLnBrk="0" hangingPunct="1">
        <a:lnSpc>
          <a:spcPct val="90000"/>
        </a:lnSpc>
        <a:spcBef>
          <a:spcPts val="178"/>
        </a:spcBef>
        <a:buFont typeface="Arial" panose="020B0604020202020204" pitchFamily="34" charset="0"/>
        <a:buChar char="•"/>
        <a:defRPr sz="641" kern="1200">
          <a:solidFill>
            <a:schemeClr val="tx1"/>
          </a:solidFill>
          <a:latin typeface="+mn-lt"/>
          <a:ea typeface="+mn-ea"/>
          <a:cs typeface="+mn-cs"/>
        </a:defRPr>
      </a:lvl8pPr>
      <a:lvl9pPr marL="1384653" indent="-81450" algn="l" defTabSz="325801" rtl="0" eaLnBrk="1" latinLnBrk="0" hangingPunct="1">
        <a:lnSpc>
          <a:spcPct val="90000"/>
        </a:lnSpc>
        <a:spcBef>
          <a:spcPts val="178"/>
        </a:spcBef>
        <a:buFont typeface="Arial" panose="020B0604020202020204" pitchFamily="34" charset="0"/>
        <a:buChar char="•"/>
        <a:defRPr sz="6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5801" rtl="0" eaLnBrk="1" latinLnBrk="0" hangingPunct="1">
        <a:defRPr sz="641" kern="1200">
          <a:solidFill>
            <a:schemeClr val="tx1"/>
          </a:solidFill>
          <a:latin typeface="+mn-lt"/>
          <a:ea typeface="+mn-ea"/>
          <a:cs typeface="+mn-cs"/>
        </a:defRPr>
      </a:lvl1pPr>
      <a:lvl2pPr marL="162900" algn="l" defTabSz="325801" rtl="0" eaLnBrk="1" latinLnBrk="0" hangingPunct="1">
        <a:defRPr sz="641" kern="1200">
          <a:solidFill>
            <a:schemeClr val="tx1"/>
          </a:solidFill>
          <a:latin typeface="+mn-lt"/>
          <a:ea typeface="+mn-ea"/>
          <a:cs typeface="+mn-cs"/>
        </a:defRPr>
      </a:lvl2pPr>
      <a:lvl3pPr marL="325801" algn="l" defTabSz="325801" rtl="0" eaLnBrk="1" latinLnBrk="0" hangingPunct="1">
        <a:defRPr sz="641" kern="1200">
          <a:solidFill>
            <a:schemeClr val="tx1"/>
          </a:solidFill>
          <a:latin typeface="+mn-lt"/>
          <a:ea typeface="+mn-ea"/>
          <a:cs typeface="+mn-cs"/>
        </a:defRPr>
      </a:lvl3pPr>
      <a:lvl4pPr marL="488701" algn="l" defTabSz="325801" rtl="0" eaLnBrk="1" latinLnBrk="0" hangingPunct="1">
        <a:defRPr sz="641" kern="1200">
          <a:solidFill>
            <a:schemeClr val="tx1"/>
          </a:solidFill>
          <a:latin typeface="+mn-lt"/>
          <a:ea typeface="+mn-ea"/>
          <a:cs typeface="+mn-cs"/>
        </a:defRPr>
      </a:lvl4pPr>
      <a:lvl5pPr marL="651601" algn="l" defTabSz="325801" rtl="0" eaLnBrk="1" latinLnBrk="0" hangingPunct="1">
        <a:defRPr sz="641" kern="1200">
          <a:solidFill>
            <a:schemeClr val="tx1"/>
          </a:solidFill>
          <a:latin typeface="+mn-lt"/>
          <a:ea typeface="+mn-ea"/>
          <a:cs typeface="+mn-cs"/>
        </a:defRPr>
      </a:lvl5pPr>
      <a:lvl6pPr marL="814502" algn="l" defTabSz="325801" rtl="0" eaLnBrk="1" latinLnBrk="0" hangingPunct="1">
        <a:defRPr sz="641" kern="1200">
          <a:solidFill>
            <a:schemeClr val="tx1"/>
          </a:solidFill>
          <a:latin typeface="+mn-lt"/>
          <a:ea typeface="+mn-ea"/>
          <a:cs typeface="+mn-cs"/>
        </a:defRPr>
      </a:lvl6pPr>
      <a:lvl7pPr marL="977402" algn="l" defTabSz="325801" rtl="0" eaLnBrk="1" latinLnBrk="0" hangingPunct="1">
        <a:defRPr sz="641" kern="1200">
          <a:solidFill>
            <a:schemeClr val="tx1"/>
          </a:solidFill>
          <a:latin typeface="+mn-lt"/>
          <a:ea typeface="+mn-ea"/>
          <a:cs typeface="+mn-cs"/>
        </a:defRPr>
      </a:lvl7pPr>
      <a:lvl8pPr marL="1140303" algn="l" defTabSz="325801" rtl="0" eaLnBrk="1" latinLnBrk="0" hangingPunct="1">
        <a:defRPr sz="641" kern="1200">
          <a:solidFill>
            <a:schemeClr val="tx1"/>
          </a:solidFill>
          <a:latin typeface="+mn-lt"/>
          <a:ea typeface="+mn-ea"/>
          <a:cs typeface="+mn-cs"/>
        </a:defRPr>
      </a:lvl8pPr>
      <a:lvl9pPr marL="1303203" algn="l" defTabSz="325801" rtl="0" eaLnBrk="1" latinLnBrk="0" hangingPunct="1">
        <a:defRPr sz="6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lose-up of a plant with green leaves&#10;&#10;AI-generated content may be incorrect.">
            <a:extLst>
              <a:ext uri="{FF2B5EF4-FFF2-40B4-BE49-F238E27FC236}">
                <a16:creationId xmlns:a16="http://schemas.microsoft.com/office/drawing/2014/main" id="{00F3BC68-7D25-F5A1-4154-245D6523FB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65" b="-1"/>
          <a:stretch>
            <a:fillRect/>
          </a:stretch>
        </p:blipFill>
        <p:spPr>
          <a:xfrm>
            <a:off x="2073275" y="12272"/>
            <a:ext cx="1181100" cy="803077"/>
          </a:xfrm>
          <a:prstGeom prst="rect">
            <a:avLst/>
          </a:prstGeom>
        </p:spPr>
      </p:pic>
      <p:pic>
        <p:nvPicPr>
          <p:cNvPr id="11" name="Picture 10" descr="Close-up of a plant with green leaves&#10;&#10;AI-generated content may be incorrect.">
            <a:extLst>
              <a:ext uri="{FF2B5EF4-FFF2-40B4-BE49-F238E27FC236}">
                <a16:creationId xmlns:a16="http://schemas.microsoft.com/office/drawing/2014/main" id="{663B451C-23ED-2B60-6D3A-7B48B9079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2052000" cy="1548442"/>
          </a:xfrm>
          <a:prstGeom prst="rect">
            <a:avLst/>
          </a:prstGeom>
        </p:spPr>
      </p:pic>
      <p:pic>
        <p:nvPicPr>
          <p:cNvPr id="13" name="Picture 12" descr="A close-up of a cell&#10;&#10;AI-generated content may be incorrect.">
            <a:extLst>
              <a:ext uri="{FF2B5EF4-FFF2-40B4-BE49-F238E27FC236}">
                <a16:creationId xmlns:a16="http://schemas.microsoft.com/office/drawing/2014/main" id="{57B86336-7A95-E7EB-36C3-181E955263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005"/>
          <a:stretch>
            <a:fillRect/>
          </a:stretch>
        </p:blipFill>
        <p:spPr>
          <a:xfrm>
            <a:off x="2067138" y="822345"/>
            <a:ext cx="1188000" cy="730573"/>
          </a:xfrm>
          <a:prstGeom prst="rect">
            <a:avLst/>
          </a:prstGeom>
        </p:spPr>
      </p:pic>
      <p:pic>
        <p:nvPicPr>
          <p:cNvPr id="15" name="Picture 14" descr="Close-up of a plant with a small ball on it&#10;&#10;AI-generated content may be incorrect.">
            <a:extLst>
              <a:ext uri="{FF2B5EF4-FFF2-40B4-BE49-F238E27FC236}">
                <a16:creationId xmlns:a16="http://schemas.microsoft.com/office/drawing/2014/main" id="{AE1D58A5-7704-D5AE-09D1-57495174D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7" y="1568536"/>
            <a:ext cx="1620000" cy="12150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A81CE45-051C-8F8A-BB4B-CEA45ADF3D1F}"/>
              </a:ext>
            </a:extLst>
          </p:cNvPr>
          <p:cNvCxnSpPr/>
          <p:nvPr/>
        </p:nvCxnSpPr>
        <p:spPr>
          <a:xfrm flipH="1">
            <a:off x="857545" y="2176036"/>
            <a:ext cx="18000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C87885F-8C6A-6B77-7A30-60E4EA664464}"/>
              </a:ext>
            </a:extLst>
          </p:cNvPr>
          <p:cNvSpPr txBox="1"/>
          <p:nvPr/>
        </p:nvSpPr>
        <p:spPr>
          <a:xfrm>
            <a:off x="57992" y="42960"/>
            <a:ext cx="245437" cy="211203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JP" sz="9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494ADA-AEDC-27E0-E852-43A49FD98A30}"/>
              </a:ext>
            </a:extLst>
          </p:cNvPr>
          <p:cNvSpPr txBox="1"/>
          <p:nvPr/>
        </p:nvSpPr>
        <p:spPr>
          <a:xfrm>
            <a:off x="2079412" y="9723"/>
            <a:ext cx="245437" cy="211203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JP" sz="9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570404-2303-077A-C348-95923E895E74}"/>
              </a:ext>
            </a:extLst>
          </p:cNvPr>
          <p:cNvSpPr txBox="1"/>
          <p:nvPr/>
        </p:nvSpPr>
        <p:spPr>
          <a:xfrm>
            <a:off x="2097605" y="846031"/>
            <a:ext cx="245437" cy="211203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JP" sz="9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AE8D23-B62F-3B62-C19E-F0C35BCC24B7}"/>
              </a:ext>
            </a:extLst>
          </p:cNvPr>
          <p:cNvSpPr txBox="1"/>
          <p:nvPr/>
        </p:nvSpPr>
        <p:spPr>
          <a:xfrm>
            <a:off x="36461" y="1593086"/>
            <a:ext cx="245437" cy="211203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JP" sz="900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</a:p>
        </p:txBody>
      </p:sp>
      <p:pic>
        <p:nvPicPr>
          <p:cNvPr id="3" name="Picture 2" descr="A close-up of a microscope&#10;&#10;AI-generated content may be incorrect.">
            <a:extLst>
              <a:ext uri="{FF2B5EF4-FFF2-40B4-BE49-F238E27FC236}">
                <a16:creationId xmlns:a16="http://schemas.microsoft.com/office/drawing/2014/main" id="{A7EF839B-D70A-BD74-D687-05641036CE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3583" y="1562400"/>
            <a:ext cx="1620000" cy="12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30CEE3-8226-6D83-EDC5-991FF0EC9A6B}"/>
              </a:ext>
            </a:extLst>
          </p:cNvPr>
          <p:cNvSpPr txBox="1"/>
          <p:nvPr/>
        </p:nvSpPr>
        <p:spPr>
          <a:xfrm>
            <a:off x="1668735" y="1580811"/>
            <a:ext cx="245437" cy="211203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JP" sz="900" dirty="0">
                <a:latin typeface="Arial" panose="020B0604020202020204" pitchFamily="34" charset="0"/>
                <a:cs typeface="Arial" panose="020B0604020202020204" pitchFamily="34" charset="0"/>
              </a:rPr>
              <a:t>(e)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6CF67C3-2624-C647-5802-70391E8B49E5}"/>
              </a:ext>
            </a:extLst>
          </p:cNvPr>
          <p:cNvCxnSpPr>
            <a:cxnSpLocks/>
          </p:cNvCxnSpPr>
          <p:nvPr/>
        </p:nvCxnSpPr>
        <p:spPr>
          <a:xfrm>
            <a:off x="2202130" y="2021588"/>
            <a:ext cx="171605" cy="13501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6A28F99-74C3-98A1-06C2-C9C39F3E3C71}"/>
              </a:ext>
            </a:extLst>
          </p:cNvPr>
          <p:cNvCxnSpPr>
            <a:cxnSpLocks/>
          </p:cNvCxnSpPr>
          <p:nvPr/>
        </p:nvCxnSpPr>
        <p:spPr>
          <a:xfrm>
            <a:off x="3024248" y="2089095"/>
            <a:ext cx="0" cy="15240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3156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15</Words>
  <Application>Microsoft Macintosh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Yasuhiro Sato</dc:creator>
  <cp:lastModifiedBy>Yasuhiro Sato</cp:lastModifiedBy>
  <cp:revision>2</cp:revision>
  <dcterms:created xsi:type="dcterms:W3CDTF">2025-12-31T05:10:09Z</dcterms:created>
  <dcterms:modified xsi:type="dcterms:W3CDTF">2026-01-01T13:30:44Z</dcterms:modified>
</cp:coreProperties>
</file>